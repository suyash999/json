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5AF0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86B8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&amp; 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</a:t>
            </a:r>
            <a:pPr indent="0" marL="0">
              <a:buNone/>
            </a:pPr>
            <a:r>
              <a:rPr lang="en-US" sz="44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Vault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artifact management for eBay IAC teams.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tree. Every link. Every file. Every team member.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594360" cy="594360"/>
          </a:xfrm>
          <a:prstGeom prst="ellipse">
            <a:avLst/>
          </a:prstGeom>
          <a:solidFill>
            <a:srgbClr val="86B81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785616"/>
            <a:ext cx="338328" cy="338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20240" y="3657600"/>
            <a:ext cx="594360" cy="594360"/>
          </a:xfrm>
          <a:prstGeom prst="ellipse">
            <a:avLst/>
          </a:prstGeom>
          <a:solidFill>
            <a:srgbClr val="0064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56" y="3785616"/>
            <a:ext cx="338328" cy="3383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26080" y="3657600"/>
            <a:ext cx="594360" cy="594360"/>
          </a:xfrm>
          <a:prstGeom prst="ellipse">
            <a:avLst/>
          </a:prstGeom>
          <a:solidFill>
            <a:srgbClr val="E532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96" y="3785616"/>
            <a:ext cx="338328" cy="33832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931920" y="3657600"/>
            <a:ext cx="594360" cy="594360"/>
          </a:xfrm>
          <a:prstGeom prst="ellipse">
            <a:avLst/>
          </a:prstGeom>
          <a:solidFill>
            <a:srgbClr val="F5AF0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378561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for eBay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teams produce artifacts every day — dashboards, scripts, analyses, documents.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there's no single place to find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64008" cy="59436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83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across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 links in Slack, GitHub repos in emails, Tableau dashboards bookmarked locally. Nothing is centralized.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60320"/>
            <a:ext cx="64008" cy="59436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15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team-level visibility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8529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what artifacts their team has produced. Knowledge walks out the door with attrition.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91840"/>
            <a:ext cx="64008" cy="59436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84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artifacts need review, there's no single inventory to reference. Searching takes hours.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23360"/>
            <a:ext cx="64008" cy="59436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is slow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3159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members spend weeks discovering what already exists instead of building on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572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4572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45720"/>
          </a:xfrm>
          <a:prstGeom prst="rect">
            <a:avLst/>
          </a:prstGeom>
          <a:solidFill>
            <a:srgbClr val="F5AF0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45720"/>
          </a:xfrm>
          <a:prstGeom prst="rect">
            <a:avLst/>
          </a:prstGeom>
          <a:solidFill>
            <a:srgbClr val="86B8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Vault — a visual, tree-based artifact manager built for IAC.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657600" cy="1234440"/>
          </a:xfrm>
          <a:prstGeom prst="rect">
            <a:avLst/>
          </a:prstGeom>
          <a:solidFill>
            <a:srgbClr val="11202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tree hierarchy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IAC branches into teams, teams into members, members into artifacts. One glance shows everything.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554480"/>
            <a:ext cx="3657600" cy="1234440"/>
          </a:xfrm>
          <a:prstGeom prst="rect">
            <a:avLst/>
          </a:prstGeom>
          <a:solidFill>
            <a:srgbClr val="11202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Team-centric structure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is owned by a person on a team. No orphaned links, no lost dashboards.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3063240"/>
            <a:ext cx="3657600" cy="1234440"/>
          </a:xfrm>
          <a:prstGeom prst="rect">
            <a:avLst/>
          </a:prstGeom>
          <a:solidFill>
            <a:srgbClr val="11202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Sheets backup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auto-syncs to a Google Sheet — structured flat view + full JSON backup.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063240"/>
            <a:ext cx="3657600" cy="1234440"/>
          </a:xfrm>
          <a:prstGeom prst="rect">
            <a:avLst/>
          </a:prstGeom>
          <a:solidFill>
            <a:srgbClr val="11202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add. Only admins can delete. Rename freely. Built for collaborative teams.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tree that grows as your team grows.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0" y="1417320"/>
            <a:ext cx="2194560" cy="502920"/>
          </a:xfrm>
          <a:prstGeom prst="rect">
            <a:avLst/>
          </a:prstGeom>
          <a:solidFill>
            <a:srgbClr val="0F16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pPr algn="ctr" indent="0" marL="0">
              <a:buNone/>
            </a:pPr>
            <a:r>
              <a:rPr lang="en-US" sz="16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pPr algn="ctr" indent="0" marL="0">
              <a:buNone/>
            </a:pPr>
            <a:r>
              <a:rPr lang="en-US" sz="1600" b="1" dirty="0">
                <a:solidFill>
                  <a:srgbClr val="F5AF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pPr algn="ctr" indent="0" marL="0">
              <a:buNone/>
            </a:pPr>
            <a:r>
              <a:rPr lang="en-US" sz="1600" b="1" dirty="0">
                <a:solidFill>
                  <a:srgbClr val="86B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IAC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-2560320" cy="502920"/>
          </a:xfrm>
          <a:prstGeom prst="line">
            <a:avLst/>
          </a:prstGeom>
          <a:noFill/>
          <a:ln w="19050">
            <a:solidFill>
              <a:srgbClr val="006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920240"/>
            <a:ext cx="0" cy="502920"/>
          </a:xfrm>
          <a:prstGeom prst="line">
            <a:avLst/>
          </a:prstGeom>
          <a:noFill/>
          <a:ln w="19050">
            <a:solidFill>
              <a:srgbClr val="E53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920240"/>
            <a:ext cx="2560320" cy="502920"/>
          </a:xfrm>
          <a:prstGeom prst="line">
            <a:avLst/>
          </a:prstGeom>
          <a:noFill/>
          <a:ln w="19050">
            <a:solidFill>
              <a:srgbClr val="86B8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423160"/>
            <a:ext cx="17830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6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42316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423160"/>
            <a:ext cx="17830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2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242316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423160"/>
            <a:ext cx="17830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86B8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42316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2862072"/>
            <a:ext cx="0" cy="411480"/>
          </a:xfrm>
          <a:prstGeom prst="line">
            <a:avLst/>
          </a:prstGeom>
          <a:noFill/>
          <a:ln w="12700">
            <a:solidFill>
              <a:srgbClr val="006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862072"/>
            <a:ext cx="0" cy="411480"/>
          </a:xfrm>
          <a:prstGeom prst="line">
            <a:avLst/>
          </a:prstGeom>
          <a:noFill/>
          <a:ln w="12700">
            <a:solidFill>
              <a:srgbClr val="0064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2862072"/>
            <a:ext cx="0" cy="411480"/>
          </a:xfrm>
          <a:prstGeom prst="line">
            <a:avLst/>
          </a:prstGeom>
          <a:noFill/>
          <a:ln w="12700">
            <a:solidFill>
              <a:srgbClr val="E53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862072"/>
            <a:ext cx="0" cy="411480"/>
          </a:xfrm>
          <a:prstGeom prst="line">
            <a:avLst/>
          </a:prstGeom>
          <a:noFill/>
          <a:ln w="12700">
            <a:solidFill>
              <a:srgbClr val="86B8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2862072"/>
            <a:ext cx="0" cy="411480"/>
          </a:xfrm>
          <a:prstGeom prst="line">
            <a:avLst/>
          </a:prstGeom>
          <a:noFill/>
          <a:ln w="12700">
            <a:solidFill>
              <a:srgbClr val="86B8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8448" y="32735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4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67128" y="32735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4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6712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25696" y="32735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3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01968" y="32735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6B8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B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MJ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79208" y="32735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6B8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920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B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54480" y="3776472"/>
            <a:ext cx="0" cy="274320"/>
          </a:xfrm>
          <a:prstGeom prst="line">
            <a:avLst/>
          </a:prstGeom>
          <a:noFill/>
          <a:ln w="8890">
            <a:solidFill>
              <a:srgbClr val="0064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3160" y="3776472"/>
            <a:ext cx="0" cy="274320"/>
          </a:xfrm>
          <a:prstGeom prst="line">
            <a:avLst/>
          </a:prstGeom>
          <a:noFill/>
          <a:ln w="8890">
            <a:solidFill>
              <a:srgbClr val="0064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3776472"/>
            <a:ext cx="0" cy="274320"/>
          </a:xfrm>
          <a:prstGeom prst="line">
            <a:avLst/>
          </a:prstGeom>
          <a:noFill/>
          <a:ln w="8890">
            <a:solidFill>
              <a:srgbClr val="E532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776472"/>
            <a:ext cx="0" cy="274320"/>
          </a:xfrm>
          <a:prstGeom prst="line">
            <a:avLst/>
          </a:prstGeom>
          <a:noFill/>
          <a:ln w="8890">
            <a:solidFill>
              <a:srgbClr val="86B8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050792"/>
            <a:ext cx="73152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0064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4050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57400" y="4050792"/>
            <a:ext cx="73152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0064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4050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15968" y="4050792"/>
            <a:ext cx="73152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E532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4050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4050792"/>
            <a:ext cx="73152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86B8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050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interactive — click to expand, add, or view details.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can be stored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are auto-classified. Files support multi-upload with drag and drop.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Zeta Links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08760" y="19842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URL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6160" y="15087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7373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43400" y="19842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URL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0" y="15087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373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Dashboards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178040" y="19842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URL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0175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461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08760" y="34930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 multi-upload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566160" y="30175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2461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&amp; CSV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43400" y="34930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.xlsx/.csv multi-upload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0" y="30175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2461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Documents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178040" y="34930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 multi-upload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704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15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tree explorer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org hierarchy with a single scroll. SVG-rendered branches connect every node.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70432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115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Sheets auto-sync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34924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pushes to a Google Sheet — flat table view + JSON backup + sync log.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13432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58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deletes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23444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add teams, members, artifacts. Deletion requires admin password.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13432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2258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 anything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34924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members, artifacts — rename freely without breaking references.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56432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Auto-backup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23444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local JSON backups (last 10). Restore from local or Google Sheets.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56432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4924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timestamps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34924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records its creation date. Sync log tracks every push with counts.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triggers a dual-write: local JSON + Google Sheets.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645920" cy="457200"/>
          </a:xfrm>
          <a:prstGeom prst="rect">
            <a:avLst/>
          </a:prstGeom>
          <a:solidFill>
            <a:srgbClr val="0064D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0"/>
            <a:ext cx="1645920" cy="4572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save_data()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645920" cy="457200"/>
          </a:xfrm>
          <a:prstGeom prst="rect">
            <a:avLst/>
          </a:prstGeom>
          <a:solidFill>
            <a:srgbClr val="86B8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solidFill>
            <a:srgbClr val="86B8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backup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743200"/>
            <a:ext cx="1645920" cy="457200"/>
          </a:xfrm>
          <a:prstGeom prst="rect">
            <a:avLst/>
          </a:prstGeom>
          <a:solidFill>
            <a:srgbClr val="F5AF0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Sheets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1874520"/>
            <a:ext cx="640080" cy="0"/>
          </a:xfrm>
          <a:prstGeom prst="line">
            <a:avLst/>
          </a:prstGeom>
          <a:noFill/>
          <a:ln w="19050">
            <a:solidFill>
              <a:srgbClr val="1A20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2103120"/>
            <a:ext cx="-1828800" cy="6400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103120"/>
            <a:ext cx="274320" cy="640080"/>
          </a:xfrm>
          <a:prstGeom prst="line">
            <a:avLst/>
          </a:prstGeom>
          <a:noFill/>
          <a:ln w="15240">
            <a:solidFill>
              <a:srgbClr val="86B8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103120"/>
            <a:ext cx="2377440" cy="640080"/>
          </a:xfrm>
          <a:prstGeom prst="line">
            <a:avLst/>
          </a:prstGeom>
          <a:noFill/>
          <a:ln w="15240">
            <a:solidFill>
              <a:srgbClr val="F5AF0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5760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Sheet 1: Vault 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backup, restorable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65760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657600"/>
            <a:ext cx="54864" cy="77724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Sheet 2: Flat 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| Member | Artifact |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65760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3657600"/>
            <a:ext cx="54864" cy="77724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Sheet 3: Sync Log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counts per sync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572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4572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45720"/>
          </a:xfrm>
          <a:prstGeom prst="rect">
            <a:avLst/>
          </a:prstGeom>
          <a:solidFill>
            <a:srgbClr val="F5AF0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45720"/>
          </a:xfrm>
          <a:prstGeom prst="rect">
            <a:avLst/>
          </a:prstGeom>
          <a:solidFill>
            <a:srgbClr val="86B8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2560320"/>
          </a:xfrm>
          <a:prstGeom prst="rect">
            <a:avLst/>
          </a:prstGeom>
          <a:solidFill>
            <a:srgbClr val="1A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onboarding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members find existing work instantly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1920240" cy="2560320"/>
          </a:xfrm>
          <a:prstGeom prst="rect">
            <a:avLst/>
          </a:prstGeom>
          <a:solidFill>
            <a:srgbClr val="1A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86B817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6B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78892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visibility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and file in one searchable tree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20240" cy="2560320"/>
          </a:xfrm>
          <a:prstGeom prst="rect">
            <a:avLst/>
          </a:prstGeom>
          <a:solidFill>
            <a:srgbClr val="1A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93776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lost to attrition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persist beyond individuals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2560320"/>
          </a:xfrm>
          <a:prstGeom prst="rect">
            <a:avLst/>
          </a:prstGeom>
          <a:solidFill>
            <a:srgbClr val="1A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F5AF02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F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08660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Auto-backup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+ Google Sheets on every save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5720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45720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45720"/>
          </a:xfrm>
          <a:prstGeom prst="rect">
            <a:avLst/>
          </a:prstGeom>
          <a:solidFill>
            <a:srgbClr val="F5AF0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45720"/>
          </a:xfrm>
          <a:prstGeom prst="rect">
            <a:avLst/>
          </a:prstGeom>
          <a:solidFill>
            <a:srgbClr val="86B8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6583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with 2-3 IAC teams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Cloud Platform, SRE, and DevOps. Populate the tree with existing artifacts.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7680960" cy="6583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402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2221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Google Sheets backup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4963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service account, enable auto-sync. Leadership gets a live flat-view spreadsheet.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6583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089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090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to all IAC teams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3649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org-wide. Each team self-manages their branch of the tree.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7680960" cy="6583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776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3959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 with internal tools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2336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for Zeta, GitHub, Tableau auto-discovery. LDAP/SSO for authentication.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E532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0064D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5AF0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86B8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</a:t>
            </a:r>
            <a:pPr algn="ctr" indent="0" marL="0">
              <a:buNone/>
            </a:pPr>
            <a:r>
              <a:rPr lang="en-US" sz="4200" b="1" dirty="0">
                <a:solidFill>
                  <a:srgbClr val="0064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Vault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tree. Every artifact. Every team.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2926080"/>
            <a:ext cx="594360" cy="594360"/>
          </a:xfrm>
          <a:prstGeom prst="ellipse">
            <a:avLst/>
          </a:prstGeom>
          <a:solidFill>
            <a:srgbClr val="86B81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536" y="3054096"/>
            <a:ext cx="338328" cy="3383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023360" y="2926080"/>
            <a:ext cx="594360" cy="594360"/>
          </a:xfrm>
          <a:prstGeom prst="ellipse">
            <a:avLst/>
          </a:prstGeom>
          <a:solidFill>
            <a:srgbClr val="0064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3054096"/>
            <a:ext cx="338328" cy="3383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2926080"/>
            <a:ext cx="594360" cy="594360"/>
          </a:xfrm>
          <a:prstGeom prst="ellipse">
            <a:avLst/>
          </a:prstGeom>
          <a:solidFill>
            <a:srgbClr val="E532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3054096"/>
            <a:ext cx="338328" cy="3383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35040" y="2926080"/>
            <a:ext cx="594360" cy="594360"/>
          </a:xfrm>
          <a:prstGeom prst="ellipse">
            <a:avLst/>
          </a:prstGeom>
          <a:solidFill>
            <a:srgbClr val="F5AF0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3054096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Infrastructure &amp; Cloud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Vault — Product Overview</dc:title>
  <dc:subject>PptxGenJS Presentation</dc:subject>
  <dc:creator>eBay IAC Team</dc:creator>
  <cp:lastModifiedBy>eBay IAC Team</cp:lastModifiedBy>
  <cp:revision>1</cp:revision>
  <dcterms:created xsi:type="dcterms:W3CDTF">2026-03-20T08:55:34Z</dcterms:created>
  <dcterms:modified xsi:type="dcterms:W3CDTF">2026-03-20T08:55:34Z</dcterms:modified>
</cp:coreProperties>
</file>